
<file path=[Content_Types].xml><?xml version="1.0" encoding="utf-8"?>
<Types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  <p:sldId id="257" r:id="r1"/>
    <p:sldId id="258" r:id="r2"/>
  </p:sldIdLst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Relationship Id="r1" Type="http://schemas.openxmlformats.org/officeDocument/2006/relationships/slide" Target="slides/slide2.xml"/><Relationship Id="r2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a:p>
        <a:r>
          <a:t>Managed security for small offices (fixture)</a:t>
        </a:r>
      </a:p>
      <a:p>
        <a:r>
          <a:t>A firewall, web filtering and monitoring, run by our SOC.</a:t>
        </a:r>
      </a: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a:p>
        <a:r>
          <a:t>How changes work</a:t>
        </a:r>
      </a:p>
      <a:p>
        <a:r>
          <a:t>Customers request firewall rule changes in the business portal.</a:t>
        </a:r>
      </a:p>
      <a:p>
        <a:r>
          <a:t>Standard rule changes are applied within one working day.</a:t>
        </a:r>
      </a: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a:p>
        <a:r>
          <a:t>Packages</a:t>
        </a:r>
      </a:p>
      <p:graphicFrame>
        <a:graphic>
          <a:graphicData uri="http://schemas.openxmlformats.org/drawingml/2006/table">
            <a:tbl>
              <a:tblPr/>
              <a:tblGrid>
                <a:gridCol w="1000"/>
                <a:gridCol w="1000"/>
              </a:tblGrid>
              <a:tr h="1000">
                <a:tc>
                  <a:txBody>
                    <a:bodyPr/>
                    <a:lstStyle/>
                    <a:p>
                      <a:r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Includes</a:t>
                      </a:r>
                    </a:p>
                  </a:txBody>
                  <a:tcPr/>
                </a:tc>
              </a:tr>
              <a:tr h="1000">
                <a:tc>
                  <a:txBody>
                    <a:bodyPr/>
                    <a:lstStyle/>
                    <a:p>
                      <a:r>
                        <a:t>Secure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Firewall and web filtering</a:t>
                      </a:r>
                    </a:p>
                  </a:txBody>
                  <a:tcPr/>
                </a:tc>
              </a:tr>
              <a:tr h="1000">
                <a:tc>
                  <a:txBody>
                    <a:bodyPr/>
                    <a:lstStyle/>
                    <a:p>
                      <a:r>
                        <a:t>Secure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Firewall, web filtering and 24x7 threat monitoring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